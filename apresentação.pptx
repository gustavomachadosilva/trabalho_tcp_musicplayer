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B55AC9-66C7-E345-B265-6824867D84F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5"/>
    <p:restoredTop sz="94717"/>
  </p:normalViewPr>
  <p:slideViewPr>
    <p:cSldViewPr snapToGrid="0">
      <p:cViewPr>
        <p:scale>
          <a:sx n="104" d="100"/>
          <a:sy n="104" d="100"/>
        </p:scale>
        <p:origin x="1048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3E7F78-BDFF-EA45-965B-9C2117FE6969}" type="datetimeFigureOut">
              <a:rPr lang="en-BR" smtClean="0"/>
              <a:t>23/11/25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0E2776-1164-954C-9A93-FF7CB148215D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45489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5847-2739-52DA-B0BF-80923C639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8DB374-C4D4-936F-0126-CB6D19E34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C966F-FD8A-8555-335B-4479A95E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A305-9097-0D48-B00D-CDAD8275DE7C}" type="datetimeFigureOut">
              <a:rPr lang="en-BR" smtClean="0"/>
              <a:t>23/11/25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6AC48-F30C-A10A-AA08-EB6B62C4F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64D27-8951-2963-D26E-1B508740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932B-8B4F-6B4E-9FA1-11BF9662944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95553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C349E-CF98-BDF1-9FBD-6FE789E8B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2ED74-DACB-077F-AED5-4DFB44C5F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77EE2-C612-3D44-00EA-FC61AB44E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A305-9097-0D48-B00D-CDAD8275DE7C}" type="datetimeFigureOut">
              <a:rPr lang="en-BR" smtClean="0"/>
              <a:t>23/11/25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4A595-199A-ADF0-5DBD-CAA32A99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00D7F-A5E4-CB14-DA13-7008CE40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932B-8B4F-6B4E-9FA1-11BF9662944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4345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53218-BBB3-80E8-5C62-886D47D52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7CDBD-FAFE-B938-1E06-88536BA13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058F2-4307-D410-B440-AF0665F1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A305-9097-0D48-B00D-CDAD8275DE7C}" type="datetimeFigureOut">
              <a:rPr lang="en-BR" smtClean="0"/>
              <a:t>23/11/25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088B1-E3DA-BFD3-E148-CBA1237E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F2E5B-BC8A-A0A3-09DB-07700B6C3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932B-8B4F-6B4E-9FA1-11BF9662944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5309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03895-6317-7C7C-4095-FC1427F9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5EF87-B67A-CB30-8F26-18AA3B923B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287C4-73C0-ADD3-9E30-05C8B84AE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BD9E3-AB9E-7DC0-09F8-379C23EE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A305-9097-0D48-B00D-CDAD8275DE7C}" type="datetimeFigureOut">
              <a:rPr lang="en-BR" smtClean="0"/>
              <a:t>23/11/25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D17B0-F3E0-E6A5-FF6F-A3CFF55E5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CA0C7-D68B-B25A-F71C-3CEF6C17C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932B-8B4F-6B4E-9FA1-11BF9662944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796752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65D55-C37F-2C9F-1A97-C90AAF606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FA08C-240B-9283-0AA6-01340228A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ABD05-BB19-F83A-8DD9-7FF28290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A2DB2-4B41-079C-1848-6939C9D866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52A0B8-E1DD-D7CB-2D12-0B772E3EAD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F180A8-B84D-8C70-FC4B-672DD26D7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A305-9097-0D48-B00D-CDAD8275DE7C}" type="datetimeFigureOut">
              <a:rPr lang="en-BR" smtClean="0"/>
              <a:t>23/11/25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9A9351-1DF5-49C9-6B25-9D322E5C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CF83D3-D4F1-4696-B317-9FCDEBFC8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932B-8B4F-6B4E-9FA1-11BF9662944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28670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868B5-5203-F260-ABD2-87DD2C9B1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4CD54F-3A31-D00E-28C8-0F691DC23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A305-9097-0D48-B00D-CDAD8275DE7C}" type="datetimeFigureOut">
              <a:rPr lang="en-BR" smtClean="0"/>
              <a:t>23/11/25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9B573-8E5D-58AB-0B10-B192A42D1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29A3D-9746-60BC-D172-6363A463A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932B-8B4F-6B4E-9FA1-11BF9662944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26008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05F74-3F52-630E-610D-879F53897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A305-9097-0D48-B00D-CDAD8275DE7C}" type="datetimeFigureOut">
              <a:rPr lang="en-BR" smtClean="0"/>
              <a:t>23/11/25</a:t>
            </a:fld>
            <a:endParaRPr lang="en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98EC2B-5F5A-1116-813E-5A9EFE51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8A104-A79A-99E9-DFD3-B0E9ADFC7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932B-8B4F-6B4E-9FA1-11BF9662944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737628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E9AE2-3A5D-B5F4-58E0-640EC60A1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CF9B2-5CFD-F383-05F3-6E2D7645D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90CAB-4BA7-4BB0-0A20-63CA01BDB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6FF46-AED4-2204-3390-6D0390407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A305-9097-0D48-B00D-CDAD8275DE7C}" type="datetimeFigureOut">
              <a:rPr lang="en-BR" smtClean="0"/>
              <a:t>23/11/25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AB839-FC6D-2B1A-D0BE-C625674EB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61A4D-1A62-7FC2-4381-7A9CE8EC1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932B-8B4F-6B4E-9FA1-11BF9662944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34657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C308E-957E-3304-0995-4999F7DBC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C5168-59E6-8968-A99A-7BDAADF6B3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5FA325-94F5-FD62-92FC-5702EB17D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E66DD-A450-1FF7-8843-568E38F00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A305-9097-0D48-B00D-CDAD8275DE7C}" type="datetimeFigureOut">
              <a:rPr lang="en-BR" smtClean="0"/>
              <a:t>23/11/25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35AF8-6CBA-0AC1-2F90-4B571A51B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C85B3-28FB-D670-63C9-0F2449B4B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932B-8B4F-6B4E-9FA1-11BF9662944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47558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B13C0-0EE8-11EB-8E15-650B105AB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BFB2D-25A7-0AF2-CF7E-17F337A88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70AE3-8C25-15E0-B568-E27A8A6AB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A305-9097-0D48-B00D-CDAD8275DE7C}" type="datetimeFigureOut">
              <a:rPr lang="en-BR" smtClean="0"/>
              <a:t>23/11/25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3131C-2C0A-46F0-9AE3-D9ADDBEEC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4335C-C768-9999-798B-98EFC332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932B-8B4F-6B4E-9FA1-11BF9662944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32789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E40E2F-D655-D18E-9F02-EF0E70CDC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56B5E-A24C-1516-2C60-B4E7BE50D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5AB23-1EEA-8459-6AFE-8F7853E4E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A305-9097-0D48-B00D-CDAD8275DE7C}" type="datetimeFigureOut">
              <a:rPr lang="en-BR" smtClean="0"/>
              <a:t>23/11/25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1737B-9CBF-E689-8A0E-B91C85BFD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DD779-6678-9B43-E790-CFFD294F2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2932B-8B4F-6B4E-9FA1-11BF9662944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617275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5A6E0-0CAC-7AA0-2338-B6066AB0F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8DB3A-7D9A-F267-C3C6-9477DE96A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DCA10-868E-1985-7974-DA72B712DA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07A305-9097-0D48-B00D-CDAD8275DE7C}" type="datetimeFigureOut">
              <a:rPr lang="en-BR" smtClean="0"/>
              <a:t>23/11/25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06E09-7EE2-C22F-A99E-87D4EB815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48B5B-531F-CB83-B1DC-3CBD234B8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02932B-8B4F-6B4E-9FA1-11BF9662944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54216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D5D93-9CCC-FE2C-4AD8-8991744003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660" y="543338"/>
            <a:ext cx="9144000" cy="1343233"/>
          </a:xfrm>
        </p:spPr>
        <p:txBody>
          <a:bodyPr/>
          <a:lstStyle/>
          <a:p>
            <a:pPr algn="l"/>
            <a:r>
              <a:rPr lang="en-BR" dirty="0"/>
              <a:t>Trabalho Prático TCP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3EBAD-FB70-4AD8-B223-A7B9ED718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556" y="1793116"/>
            <a:ext cx="9144000" cy="618779"/>
          </a:xfrm>
        </p:spPr>
        <p:txBody>
          <a:bodyPr>
            <a:normAutofit/>
          </a:bodyPr>
          <a:lstStyle/>
          <a:p>
            <a:pPr algn="l"/>
            <a:r>
              <a:rPr lang="en-BR" dirty="0"/>
              <a:t>Gerador de Música a Partir de Texto</a:t>
            </a:r>
          </a:p>
        </p:txBody>
      </p:sp>
    </p:spTree>
    <p:extLst>
      <p:ext uri="{BB962C8B-B14F-4D97-AF65-F5344CB8AC3E}">
        <p14:creationId xmlns:p14="http://schemas.microsoft.com/office/powerpoint/2010/main" val="30163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F68CEE-3BE3-FA4B-8164-63607722A0E6}"/>
              </a:ext>
            </a:extLst>
          </p:cNvPr>
          <p:cNvSpPr txBox="1"/>
          <p:nvPr/>
        </p:nvSpPr>
        <p:spPr>
          <a:xfrm>
            <a:off x="723568" y="89517"/>
            <a:ext cx="56019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4400" dirty="0">
                <a:solidFill>
                  <a:schemeClr val="accent1"/>
                </a:solidFill>
              </a:rPr>
              <a:t>Requisitos do Sistema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5B84BBD-0B13-CCCB-D9AD-A5300F9DE4A3}"/>
              </a:ext>
            </a:extLst>
          </p:cNvPr>
          <p:cNvSpPr/>
          <p:nvPr/>
        </p:nvSpPr>
        <p:spPr>
          <a:xfrm>
            <a:off x="405516" y="378823"/>
            <a:ext cx="190831" cy="1908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75AB9D-4D8C-84D3-6B30-D2AC34C6A065}"/>
              </a:ext>
            </a:extLst>
          </p:cNvPr>
          <p:cNvCxnSpPr>
            <a:cxnSpLocks/>
          </p:cNvCxnSpPr>
          <p:nvPr/>
        </p:nvCxnSpPr>
        <p:spPr>
          <a:xfrm>
            <a:off x="405516" y="858958"/>
            <a:ext cx="11521441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/>
                </a:gs>
                <a:gs pos="39000">
                  <a:schemeClr val="accent1">
                    <a:alpha val="56032"/>
                  </a:schemeClr>
                </a:gs>
                <a:gs pos="84000">
                  <a:schemeClr val="bg1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EF2CF52-6153-523D-C800-5DFB2A98A3BB}"/>
              </a:ext>
            </a:extLst>
          </p:cNvPr>
          <p:cNvSpPr txBox="1"/>
          <p:nvPr/>
        </p:nvSpPr>
        <p:spPr>
          <a:xfrm>
            <a:off x="11074734" y="89516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4400" dirty="0">
                <a:solidFill>
                  <a:schemeClr val="accent1"/>
                </a:solidFill>
              </a:rPr>
              <a:t>02</a:t>
            </a:r>
          </a:p>
        </p:txBody>
      </p:sp>
      <p:pic>
        <p:nvPicPr>
          <p:cNvPr id="1026" name="Picture 2" descr="21° Salão de Ensino UFRGS 2025">
            <a:extLst>
              <a:ext uri="{FF2B5EF4-FFF2-40B4-BE49-F238E27FC236}">
                <a16:creationId xmlns:a16="http://schemas.microsoft.com/office/drawing/2014/main" id="{C3876E9E-4DF3-BF03-C022-5FAE2F800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4734" y="5999042"/>
            <a:ext cx="949411" cy="72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rcas do Instituto de Informática">
            <a:extLst>
              <a:ext uri="{FF2B5EF4-FFF2-40B4-BE49-F238E27FC236}">
                <a16:creationId xmlns:a16="http://schemas.microsoft.com/office/drawing/2014/main" id="{8847DBD9-5753-D06B-9426-EDE407BA9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2967" y="6057736"/>
            <a:ext cx="1180758" cy="736257"/>
          </a:xfrm>
          <a:prstGeom prst="rect">
            <a:avLst/>
          </a:prstGeom>
          <a:noFill/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8949C518-40BB-3293-6A30-4B7BB3EEA8C3}"/>
              </a:ext>
            </a:extLst>
          </p:cNvPr>
          <p:cNvSpPr/>
          <p:nvPr/>
        </p:nvSpPr>
        <p:spPr>
          <a:xfrm>
            <a:off x="405516" y="1388643"/>
            <a:ext cx="129944" cy="12994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049766-B939-B3E2-B2CE-C7C794110647}"/>
              </a:ext>
            </a:extLst>
          </p:cNvPr>
          <p:cNvSpPr txBox="1"/>
          <p:nvPr/>
        </p:nvSpPr>
        <p:spPr>
          <a:xfrm>
            <a:off x="596347" y="1222782"/>
            <a:ext cx="443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2400" dirty="0"/>
              <a:t>API para criação do arquivo midi</a:t>
            </a:r>
          </a:p>
        </p:txBody>
      </p:sp>
    </p:spTree>
    <p:extLst>
      <p:ext uri="{BB962C8B-B14F-4D97-AF65-F5344CB8AC3E}">
        <p14:creationId xmlns:p14="http://schemas.microsoft.com/office/powerpoint/2010/main" val="4201159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021B9-424E-F78A-7079-9F8582AD1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5C3D4A-2093-51ED-87E6-1E467691D943}"/>
              </a:ext>
            </a:extLst>
          </p:cNvPr>
          <p:cNvSpPr txBox="1"/>
          <p:nvPr/>
        </p:nvSpPr>
        <p:spPr>
          <a:xfrm>
            <a:off x="723568" y="89517"/>
            <a:ext cx="43420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4400" dirty="0">
                <a:solidFill>
                  <a:schemeClr val="accent1"/>
                </a:solidFill>
              </a:rPr>
              <a:t>Arquitetura Geral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A24EEB5-FEF9-3A15-635E-F0FF57DBE89D}"/>
              </a:ext>
            </a:extLst>
          </p:cNvPr>
          <p:cNvSpPr/>
          <p:nvPr/>
        </p:nvSpPr>
        <p:spPr>
          <a:xfrm>
            <a:off x="405516" y="378823"/>
            <a:ext cx="190831" cy="1908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473F8C-E89E-3CE7-AA8C-FAD223926F24}"/>
              </a:ext>
            </a:extLst>
          </p:cNvPr>
          <p:cNvCxnSpPr>
            <a:cxnSpLocks/>
          </p:cNvCxnSpPr>
          <p:nvPr/>
        </p:nvCxnSpPr>
        <p:spPr>
          <a:xfrm>
            <a:off x="405516" y="858958"/>
            <a:ext cx="11521441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/>
                </a:gs>
                <a:gs pos="39000">
                  <a:schemeClr val="accent1">
                    <a:alpha val="56032"/>
                  </a:schemeClr>
                </a:gs>
                <a:gs pos="84000">
                  <a:schemeClr val="bg1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069B60A-41F4-F210-28EF-B5A2DD18E887}"/>
              </a:ext>
            </a:extLst>
          </p:cNvPr>
          <p:cNvSpPr txBox="1"/>
          <p:nvPr/>
        </p:nvSpPr>
        <p:spPr>
          <a:xfrm>
            <a:off x="11074734" y="89516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4400" dirty="0">
                <a:solidFill>
                  <a:schemeClr val="accent1"/>
                </a:solidFill>
              </a:rPr>
              <a:t>03</a:t>
            </a:r>
          </a:p>
        </p:txBody>
      </p:sp>
      <p:pic>
        <p:nvPicPr>
          <p:cNvPr id="1026" name="Picture 2" descr="21° Salão de Ensino UFRGS 2025">
            <a:extLst>
              <a:ext uri="{FF2B5EF4-FFF2-40B4-BE49-F238E27FC236}">
                <a16:creationId xmlns:a16="http://schemas.microsoft.com/office/drawing/2014/main" id="{948E6910-3B46-C08C-4693-8A40D59E3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4734" y="5999042"/>
            <a:ext cx="949411" cy="72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rcas do Instituto de Informática">
            <a:extLst>
              <a:ext uri="{FF2B5EF4-FFF2-40B4-BE49-F238E27FC236}">
                <a16:creationId xmlns:a16="http://schemas.microsoft.com/office/drawing/2014/main" id="{AA6CBED1-A16B-96D7-AC4D-B68500D72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2967" y="6057736"/>
            <a:ext cx="1180758" cy="7362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62748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2013E-5508-C0E1-A641-43CEA4943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781BB6-2822-4E7B-F7F6-CA957F3558DE}"/>
              </a:ext>
            </a:extLst>
          </p:cNvPr>
          <p:cNvSpPr txBox="1"/>
          <p:nvPr/>
        </p:nvSpPr>
        <p:spPr>
          <a:xfrm>
            <a:off x="723568" y="89517"/>
            <a:ext cx="55981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4400" dirty="0">
                <a:solidFill>
                  <a:schemeClr val="accent1"/>
                </a:solidFill>
              </a:rPr>
              <a:t>Tecnologias Utilizadas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2CE62D1-6E22-B56F-9349-F294D0DAE857}"/>
              </a:ext>
            </a:extLst>
          </p:cNvPr>
          <p:cNvSpPr/>
          <p:nvPr/>
        </p:nvSpPr>
        <p:spPr>
          <a:xfrm>
            <a:off x="405516" y="378823"/>
            <a:ext cx="190831" cy="1908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75C2D6-9B7A-7AF3-85B9-F556C59EB28A}"/>
              </a:ext>
            </a:extLst>
          </p:cNvPr>
          <p:cNvCxnSpPr>
            <a:cxnSpLocks/>
          </p:cNvCxnSpPr>
          <p:nvPr/>
        </p:nvCxnSpPr>
        <p:spPr>
          <a:xfrm>
            <a:off x="405516" y="858958"/>
            <a:ext cx="11521441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/>
                </a:gs>
                <a:gs pos="39000">
                  <a:schemeClr val="accent1">
                    <a:alpha val="56032"/>
                  </a:schemeClr>
                </a:gs>
                <a:gs pos="84000">
                  <a:schemeClr val="bg1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8473081-5E98-CDF1-6DFC-00458A65DDEC}"/>
              </a:ext>
            </a:extLst>
          </p:cNvPr>
          <p:cNvSpPr txBox="1"/>
          <p:nvPr/>
        </p:nvSpPr>
        <p:spPr>
          <a:xfrm>
            <a:off x="11074734" y="89516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4400" dirty="0">
                <a:solidFill>
                  <a:schemeClr val="accent1"/>
                </a:solidFill>
              </a:rPr>
              <a:t>04</a:t>
            </a:r>
          </a:p>
        </p:txBody>
      </p:sp>
      <p:pic>
        <p:nvPicPr>
          <p:cNvPr id="1026" name="Picture 2" descr="21° Salão de Ensino UFRGS 2025">
            <a:extLst>
              <a:ext uri="{FF2B5EF4-FFF2-40B4-BE49-F238E27FC236}">
                <a16:creationId xmlns:a16="http://schemas.microsoft.com/office/drawing/2014/main" id="{2EFBB0FE-3EE8-3FAD-658C-5F385BB5E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4734" y="5999042"/>
            <a:ext cx="949411" cy="72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rcas do Instituto de Informática">
            <a:extLst>
              <a:ext uri="{FF2B5EF4-FFF2-40B4-BE49-F238E27FC236}">
                <a16:creationId xmlns:a16="http://schemas.microsoft.com/office/drawing/2014/main" id="{C545AF83-200A-F343-A616-1AD513B68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2967" y="6057736"/>
            <a:ext cx="1180758" cy="7362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39275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C27F3-44F7-3FC5-3F8F-C67F826E3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3D7514-C5F8-25E6-651E-6687F0D00714}"/>
              </a:ext>
            </a:extLst>
          </p:cNvPr>
          <p:cNvSpPr txBox="1"/>
          <p:nvPr/>
        </p:nvSpPr>
        <p:spPr>
          <a:xfrm>
            <a:off x="723568" y="89517"/>
            <a:ext cx="49728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4400" dirty="0">
                <a:solidFill>
                  <a:schemeClr val="accent1"/>
                </a:solidFill>
              </a:rPr>
              <a:t>Backend - Estrutura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F2CF2C-A319-3B1D-A6BE-5110525425EB}"/>
              </a:ext>
            </a:extLst>
          </p:cNvPr>
          <p:cNvSpPr/>
          <p:nvPr/>
        </p:nvSpPr>
        <p:spPr>
          <a:xfrm>
            <a:off x="405516" y="378823"/>
            <a:ext cx="190831" cy="1908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C0A31B-EE0C-8CAA-870B-4642E16D5659}"/>
              </a:ext>
            </a:extLst>
          </p:cNvPr>
          <p:cNvCxnSpPr>
            <a:cxnSpLocks/>
          </p:cNvCxnSpPr>
          <p:nvPr/>
        </p:nvCxnSpPr>
        <p:spPr>
          <a:xfrm>
            <a:off x="405516" y="858958"/>
            <a:ext cx="11521441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/>
                </a:gs>
                <a:gs pos="39000">
                  <a:schemeClr val="accent1">
                    <a:alpha val="56032"/>
                  </a:schemeClr>
                </a:gs>
                <a:gs pos="84000">
                  <a:schemeClr val="bg1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DBEA792-5471-802E-55AE-BDCBB9C04495}"/>
              </a:ext>
            </a:extLst>
          </p:cNvPr>
          <p:cNvSpPr txBox="1"/>
          <p:nvPr/>
        </p:nvSpPr>
        <p:spPr>
          <a:xfrm>
            <a:off x="11074734" y="89516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4400" dirty="0">
                <a:solidFill>
                  <a:schemeClr val="accent1"/>
                </a:solidFill>
              </a:rPr>
              <a:t>05</a:t>
            </a:r>
          </a:p>
        </p:txBody>
      </p:sp>
      <p:pic>
        <p:nvPicPr>
          <p:cNvPr id="1026" name="Picture 2" descr="21° Salão de Ensino UFRGS 2025">
            <a:extLst>
              <a:ext uri="{FF2B5EF4-FFF2-40B4-BE49-F238E27FC236}">
                <a16:creationId xmlns:a16="http://schemas.microsoft.com/office/drawing/2014/main" id="{BFB98148-DD12-A1D7-BE4D-AA0F32327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4734" y="5999042"/>
            <a:ext cx="949411" cy="72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rcas do Instituto de Informática">
            <a:extLst>
              <a:ext uri="{FF2B5EF4-FFF2-40B4-BE49-F238E27FC236}">
                <a16:creationId xmlns:a16="http://schemas.microsoft.com/office/drawing/2014/main" id="{C83DE3D1-A2B5-1A82-A389-77468C822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2967" y="6057736"/>
            <a:ext cx="1180758" cy="7362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02768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43772-28D5-EA94-96C4-263DDEC35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29EC58-3075-31C1-5078-8F56C33EB6CF}"/>
              </a:ext>
            </a:extLst>
          </p:cNvPr>
          <p:cNvSpPr txBox="1"/>
          <p:nvPr/>
        </p:nvSpPr>
        <p:spPr>
          <a:xfrm>
            <a:off x="723568" y="89517"/>
            <a:ext cx="96353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4400" dirty="0">
                <a:solidFill>
                  <a:schemeClr val="accent1"/>
                </a:solidFill>
              </a:rPr>
              <a:t>Frontend – Interface e Funcionalidades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58DD1F-2F49-0D77-B9FA-319A95C2685E}"/>
              </a:ext>
            </a:extLst>
          </p:cNvPr>
          <p:cNvSpPr/>
          <p:nvPr/>
        </p:nvSpPr>
        <p:spPr>
          <a:xfrm>
            <a:off x="405516" y="378823"/>
            <a:ext cx="190831" cy="1908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7EE22C-39F6-1E97-721F-0A4A6FFACC28}"/>
              </a:ext>
            </a:extLst>
          </p:cNvPr>
          <p:cNvCxnSpPr>
            <a:cxnSpLocks/>
          </p:cNvCxnSpPr>
          <p:nvPr/>
        </p:nvCxnSpPr>
        <p:spPr>
          <a:xfrm>
            <a:off x="405516" y="858958"/>
            <a:ext cx="11521441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/>
                </a:gs>
                <a:gs pos="39000">
                  <a:schemeClr val="accent1">
                    <a:alpha val="56032"/>
                  </a:schemeClr>
                </a:gs>
                <a:gs pos="84000">
                  <a:schemeClr val="bg1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6B00B3D-7F16-317A-F9D7-C9D46EF12D58}"/>
              </a:ext>
            </a:extLst>
          </p:cNvPr>
          <p:cNvSpPr txBox="1"/>
          <p:nvPr/>
        </p:nvSpPr>
        <p:spPr>
          <a:xfrm>
            <a:off x="11074734" y="89516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4400" dirty="0">
                <a:solidFill>
                  <a:schemeClr val="accent1"/>
                </a:solidFill>
              </a:rPr>
              <a:t>06</a:t>
            </a:r>
          </a:p>
        </p:txBody>
      </p:sp>
      <p:pic>
        <p:nvPicPr>
          <p:cNvPr id="1026" name="Picture 2" descr="21° Salão de Ensino UFRGS 2025">
            <a:extLst>
              <a:ext uri="{FF2B5EF4-FFF2-40B4-BE49-F238E27FC236}">
                <a16:creationId xmlns:a16="http://schemas.microsoft.com/office/drawing/2014/main" id="{6B508FBF-5507-404A-C2D8-5ECE26CB9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4734" y="5999042"/>
            <a:ext cx="949411" cy="72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rcas do Instituto de Informática">
            <a:extLst>
              <a:ext uri="{FF2B5EF4-FFF2-40B4-BE49-F238E27FC236}">
                <a16:creationId xmlns:a16="http://schemas.microsoft.com/office/drawing/2014/main" id="{DE301CA1-B463-E5AD-4058-F540937F0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2967" y="6057736"/>
            <a:ext cx="1180758" cy="7362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6416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A056F-3D5A-8A95-47A7-F245632E6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5716A9-3711-339A-06CE-723D54D2E821}"/>
              </a:ext>
            </a:extLst>
          </p:cNvPr>
          <p:cNvSpPr txBox="1"/>
          <p:nvPr/>
        </p:nvSpPr>
        <p:spPr>
          <a:xfrm>
            <a:off x="723568" y="89517"/>
            <a:ext cx="93260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4400" dirty="0">
                <a:solidFill>
                  <a:schemeClr val="accent1"/>
                </a:solidFill>
              </a:rPr>
              <a:t>Frontend – Integração com o Backend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925AE0-C04E-DB25-1097-D8700F28A237}"/>
              </a:ext>
            </a:extLst>
          </p:cNvPr>
          <p:cNvSpPr/>
          <p:nvPr/>
        </p:nvSpPr>
        <p:spPr>
          <a:xfrm>
            <a:off x="405516" y="378823"/>
            <a:ext cx="190831" cy="1908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991DF9-9015-BA7D-3488-094C2CF32654}"/>
              </a:ext>
            </a:extLst>
          </p:cNvPr>
          <p:cNvCxnSpPr>
            <a:cxnSpLocks/>
          </p:cNvCxnSpPr>
          <p:nvPr/>
        </p:nvCxnSpPr>
        <p:spPr>
          <a:xfrm>
            <a:off x="405516" y="858958"/>
            <a:ext cx="11521441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/>
                </a:gs>
                <a:gs pos="39000">
                  <a:schemeClr val="accent1">
                    <a:alpha val="56032"/>
                  </a:schemeClr>
                </a:gs>
                <a:gs pos="84000">
                  <a:schemeClr val="bg1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ADB336E-E725-3472-DD81-608BC5BC482D}"/>
              </a:ext>
            </a:extLst>
          </p:cNvPr>
          <p:cNvSpPr txBox="1"/>
          <p:nvPr/>
        </p:nvSpPr>
        <p:spPr>
          <a:xfrm>
            <a:off x="11074734" y="89516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4400" dirty="0">
                <a:solidFill>
                  <a:schemeClr val="accent1"/>
                </a:solidFill>
              </a:rPr>
              <a:t>07</a:t>
            </a:r>
          </a:p>
        </p:txBody>
      </p:sp>
      <p:pic>
        <p:nvPicPr>
          <p:cNvPr id="1026" name="Picture 2" descr="21° Salão de Ensino UFRGS 2025">
            <a:extLst>
              <a:ext uri="{FF2B5EF4-FFF2-40B4-BE49-F238E27FC236}">
                <a16:creationId xmlns:a16="http://schemas.microsoft.com/office/drawing/2014/main" id="{A371AFB8-84E0-7802-DF9B-F1EF44B0A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4734" y="5999042"/>
            <a:ext cx="949411" cy="72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rcas do Instituto de Informática">
            <a:extLst>
              <a:ext uri="{FF2B5EF4-FFF2-40B4-BE49-F238E27FC236}">
                <a16:creationId xmlns:a16="http://schemas.microsoft.com/office/drawing/2014/main" id="{7D75F4C8-D513-F59E-2D6B-9187ACB14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2967" y="6057736"/>
            <a:ext cx="1180758" cy="7362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8521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63781-823F-8CF1-CF2C-927BA52BC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8AAF5A-3E88-B17A-7F7F-8EBB9ED3277C}"/>
              </a:ext>
            </a:extLst>
          </p:cNvPr>
          <p:cNvSpPr txBox="1"/>
          <p:nvPr/>
        </p:nvSpPr>
        <p:spPr>
          <a:xfrm>
            <a:off x="723568" y="89517"/>
            <a:ext cx="57000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4400" dirty="0">
                <a:solidFill>
                  <a:schemeClr val="accent1"/>
                </a:solidFill>
              </a:rPr>
              <a:t>Testes Implementados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BFD39A0-FE41-60C5-88AC-B251E19FBC3D}"/>
              </a:ext>
            </a:extLst>
          </p:cNvPr>
          <p:cNvSpPr/>
          <p:nvPr/>
        </p:nvSpPr>
        <p:spPr>
          <a:xfrm>
            <a:off x="405516" y="378823"/>
            <a:ext cx="190831" cy="1908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22D39E-7BEE-6FA8-EF4E-2FB8C03E72D7}"/>
              </a:ext>
            </a:extLst>
          </p:cNvPr>
          <p:cNvCxnSpPr>
            <a:cxnSpLocks/>
          </p:cNvCxnSpPr>
          <p:nvPr/>
        </p:nvCxnSpPr>
        <p:spPr>
          <a:xfrm>
            <a:off x="405516" y="858958"/>
            <a:ext cx="11521441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/>
                </a:gs>
                <a:gs pos="39000">
                  <a:schemeClr val="accent1">
                    <a:alpha val="56032"/>
                  </a:schemeClr>
                </a:gs>
                <a:gs pos="84000">
                  <a:schemeClr val="bg1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912084F-6E28-7CEF-233F-291CC450093B}"/>
              </a:ext>
            </a:extLst>
          </p:cNvPr>
          <p:cNvSpPr txBox="1"/>
          <p:nvPr/>
        </p:nvSpPr>
        <p:spPr>
          <a:xfrm>
            <a:off x="11074734" y="89516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4400" dirty="0">
                <a:solidFill>
                  <a:schemeClr val="accent1"/>
                </a:solidFill>
              </a:rPr>
              <a:t>08</a:t>
            </a:r>
          </a:p>
        </p:txBody>
      </p:sp>
      <p:pic>
        <p:nvPicPr>
          <p:cNvPr id="1026" name="Picture 2" descr="21° Salão de Ensino UFRGS 2025">
            <a:extLst>
              <a:ext uri="{FF2B5EF4-FFF2-40B4-BE49-F238E27FC236}">
                <a16:creationId xmlns:a16="http://schemas.microsoft.com/office/drawing/2014/main" id="{69919A12-85F7-F83F-409F-6A81F56B1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4734" y="5999042"/>
            <a:ext cx="949411" cy="72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rcas do Instituto de Informática">
            <a:extLst>
              <a:ext uri="{FF2B5EF4-FFF2-40B4-BE49-F238E27FC236}">
                <a16:creationId xmlns:a16="http://schemas.microsoft.com/office/drawing/2014/main" id="{24C50880-E7B5-DAE1-F60C-694BB5601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2967" y="6057736"/>
            <a:ext cx="1180758" cy="7362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07677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4F078-D25D-7844-4BB1-D1B9AD410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F18C16-AD88-29F6-320E-019AFE56DAAA}"/>
              </a:ext>
            </a:extLst>
          </p:cNvPr>
          <p:cNvSpPr txBox="1"/>
          <p:nvPr/>
        </p:nvSpPr>
        <p:spPr>
          <a:xfrm>
            <a:off x="723568" y="89517"/>
            <a:ext cx="51299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4400" dirty="0">
                <a:solidFill>
                  <a:schemeClr val="accent1"/>
                </a:solidFill>
              </a:rPr>
              <a:t>Desafios e Soluções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AE6FE6D-486A-098F-B84C-21AABA23F2D3}"/>
              </a:ext>
            </a:extLst>
          </p:cNvPr>
          <p:cNvSpPr/>
          <p:nvPr/>
        </p:nvSpPr>
        <p:spPr>
          <a:xfrm>
            <a:off x="405516" y="378823"/>
            <a:ext cx="190831" cy="1908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6023F1-D1B1-CB79-6D0A-71BFC2B4D7AC}"/>
              </a:ext>
            </a:extLst>
          </p:cNvPr>
          <p:cNvCxnSpPr>
            <a:cxnSpLocks/>
          </p:cNvCxnSpPr>
          <p:nvPr/>
        </p:nvCxnSpPr>
        <p:spPr>
          <a:xfrm>
            <a:off x="405516" y="858958"/>
            <a:ext cx="11521441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/>
                </a:gs>
                <a:gs pos="39000">
                  <a:schemeClr val="accent1">
                    <a:alpha val="56032"/>
                  </a:schemeClr>
                </a:gs>
                <a:gs pos="84000">
                  <a:schemeClr val="bg1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0761A21-3D5E-E3B2-465F-170FF29B1F5E}"/>
              </a:ext>
            </a:extLst>
          </p:cNvPr>
          <p:cNvSpPr txBox="1"/>
          <p:nvPr/>
        </p:nvSpPr>
        <p:spPr>
          <a:xfrm>
            <a:off x="11074734" y="89516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4400" dirty="0">
                <a:solidFill>
                  <a:schemeClr val="accent1"/>
                </a:solidFill>
              </a:rPr>
              <a:t>09</a:t>
            </a:r>
          </a:p>
        </p:txBody>
      </p:sp>
      <p:pic>
        <p:nvPicPr>
          <p:cNvPr id="1026" name="Picture 2" descr="21° Salão de Ensino UFRGS 2025">
            <a:extLst>
              <a:ext uri="{FF2B5EF4-FFF2-40B4-BE49-F238E27FC236}">
                <a16:creationId xmlns:a16="http://schemas.microsoft.com/office/drawing/2014/main" id="{4499D23F-A59F-2949-5EC0-38E2C9D33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4734" y="5999042"/>
            <a:ext cx="949411" cy="72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rcas do Instituto de Informática">
            <a:extLst>
              <a:ext uri="{FF2B5EF4-FFF2-40B4-BE49-F238E27FC236}">
                <a16:creationId xmlns:a16="http://schemas.microsoft.com/office/drawing/2014/main" id="{26D525E8-6426-191E-FD74-2E7EDC2BA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2967" y="6057736"/>
            <a:ext cx="1180758" cy="7362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849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50</Words>
  <Application>Microsoft Macintosh PowerPoint</Application>
  <PresentationFormat>Widescreen</PresentationFormat>
  <Paragraphs>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Trabalho Prático TCP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MACHADO SILVA</dc:creator>
  <cp:lastModifiedBy>Gustavo Machado Silva</cp:lastModifiedBy>
  <cp:revision>2</cp:revision>
  <dcterms:created xsi:type="dcterms:W3CDTF">2025-11-15T18:58:17Z</dcterms:created>
  <dcterms:modified xsi:type="dcterms:W3CDTF">2025-11-24T01:04:48Z</dcterms:modified>
</cp:coreProperties>
</file>