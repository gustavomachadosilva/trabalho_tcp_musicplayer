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B55AC9-66C7-E345-B265-6824867D84F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68"/>
    <p:restoredTop sz="94688"/>
  </p:normalViewPr>
  <p:slideViewPr>
    <p:cSldViewPr snapToGrid="0">
      <p:cViewPr>
        <p:scale>
          <a:sx n="225" d="100"/>
          <a:sy n="225" d="100"/>
        </p:scale>
        <p:origin x="1072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3E7F78-BDFF-EA45-965B-9C2117FE6969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0E2776-1164-954C-9A93-FF7CB148215D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454898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95847-2739-52DA-B0BF-80923C6399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DB374-C4D4-936F-0126-CB6D19E34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C966F-FD8A-8555-335B-4479A95E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6AC48-F30C-A10A-AA08-EB6B62C4F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64D27-8951-2963-D26E-1B508740E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195553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C349E-CF98-BDF1-9FBD-6FE789E8B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2ED74-DACB-077F-AED5-4DFB44C5F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77EE2-C612-3D44-00EA-FC61AB44E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D4A595-199A-ADF0-5DBD-CAA32A99B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00D7F-A5E4-CB14-DA13-7008CE40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843453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53218-BBB3-80E8-5C62-886D47D52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87CDBD-FAFE-B938-1E06-88536BA13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058F2-4307-D410-B440-AF0665F1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088B1-E3DA-BFD3-E148-CBA1237EF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F2E5B-BC8A-A0A3-09DB-07700B6C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65309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03895-6317-7C7C-4095-FC1427F9D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5EF87-B67A-CB30-8F26-18AA3B923B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7287C4-73C0-ADD3-9E30-05C8B84AEC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0BD9E3-AB9E-7DC0-09F8-379C23EEF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AD17B0-F3E0-E6A5-FF6F-A3CFF55E5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CA0C7-D68B-B25A-F71C-3CEF6C17C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7967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5D55-C37F-2C9F-1A97-C90AAF606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EFA08C-240B-9283-0AA6-01340228A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1ABD05-BB19-F83A-8DD9-7FF28290FC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A2DB2-4B41-079C-1848-6939C9D866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2A0B8-E1DD-D7CB-2D12-0B772E3EAD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F180A8-B84D-8C70-FC4B-672DD26D7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9A9351-1DF5-49C9-6B25-9D322E5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CF83D3-D4F1-4696-B317-9FCDEBFC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528670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868B5-5203-F260-ABD2-87DD2C9B1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4CD54F-3A31-D00E-28C8-0F691DC23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F9B573-8E5D-58AB-0B10-B192A42D1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229A3D-9746-60BC-D172-6363A463A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126008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305F74-3F52-630E-610D-879F53897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98EC2B-5F5A-1116-813E-5A9EFE51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8A104-A79A-99E9-DFD3-B0E9ADFC7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737628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9AE2-3A5D-B5F4-58E0-640EC60A1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CF9B2-5CFD-F383-05F3-6E2D7645D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A90CAB-4BA7-4BB0-0A20-63CA01BDB9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F6FF46-AED4-2204-3390-6D0390407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6AB839-FC6D-2B1A-D0BE-C625674EB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F61A4D-1A62-7FC2-4381-7A9CE8EC1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534657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C308E-957E-3304-0995-4999F7DBC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FC5168-59E6-8968-A99A-7BDAADF6B3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5FA325-94F5-FD62-92FC-5702EB17D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BE66DD-A450-1FF7-8843-568E38F0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235AF8-6CBA-0AC1-2F90-4B571A51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AC85B3-28FB-D670-63C9-0F2449B4B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47558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13C0-0EE8-11EB-8E15-650B105AB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4BFB2D-25A7-0AF2-CF7E-17F337A88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70AE3-8C25-15E0-B568-E27A8A6AB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3131C-2C0A-46F0-9AE3-D9ADDBEEC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4335C-C768-9999-798B-98EFC332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32789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40E2F-D655-D18E-9F02-EF0E70CDC3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56B5E-A24C-1516-2C60-B4E7BE50DE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5AB23-1EEA-8459-6AFE-8F7853E4E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1737B-9CBF-E689-8A0E-B91C85BF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DD779-6678-9B43-E790-CFFD294F2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617275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C5A6E0-0CAC-7AA0-2338-B6066AB0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88DB3A-7D9A-F267-C3C6-9477DE96A7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DCA10-868E-1985-7974-DA72B712D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7A305-9097-0D48-B00D-CDAD8275DE7C}" type="datetimeFigureOut">
              <a:rPr lang="en-BR" smtClean="0"/>
              <a:t>24/11/25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06E09-7EE2-C22F-A99E-87D4EB815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48B5B-531F-CB83-B1DC-3CBD234B88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02932B-8B4F-6B4E-9FA1-11BF9662944C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754216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D5D93-9CCC-FE2C-4AD8-8991744003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660" y="543338"/>
            <a:ext cx="9144000" cy="1343233"/>
          </a:xfrm>
        </p:spPr>
        <p:txBody>
          <a:bodyPr/>
          <a:lstStyle/>
          <a:p>
            <a:pPr algn="l"/>
            <a:r>
              <a:rPr lang="en-BR" dirty="0"/>
              <a:t>Trabalho Prático TCP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93EBAD-FB70-4AD8-B223-A7B9ED7182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556" y="1793116"/>
            <a:ext cx="9144000" cy="618779"/>
          </a:xfrm>
        </p:spPr>
        <p:txBody>
          <a:bodyPr>
            <a:normAutofit/>
          </a:bodyPr>
          <a:lstStyle/>
          <a:p>
            <a:pPr algn="l"/>
            <a:r>
              <a:rPr lang="en-BR" dirty="0"/>
              <a:t>Gerador de Música a Partir de Texto</a:t>
            </a:r>
          </a:p>
        </p:txBody>
      </p:sp>
    </p:spTree>
    <p:extLst>
      <p:ext uri="{BB962C8B-B14F-4D97-AF65-F5344CB8AC3E}">
        <p14:creationId xmlns:p14="http://schemas.microsoft.com/office/powerpoint/2010/main" val="30163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F68CEE-3BE3-FA4B-8164-63607722A0E6}"/>
              </a:ext>
            </a:extLst>
          </p:cNvPr>
          <p:cNvSpPr txBox="1"/>
          <p:nvPr/>
        </p:nvSpPr>
        <p:spPr>
          <a:xfrm>
            <a:off x="723568" y="89517"/>
            <a:ext cx="56019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Requisitos do Sistema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B84BBD-0B13-CCCB-D9AD-A5300F9DE4A3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75AB9D-4D8C-84D3-6B30-D2AC34C6A065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EF2CF52-6153-523D-C800-5DFB2A98A3BB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02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C3876E9E-4DF3-BF03-C022-5FAE2F800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8847DBD9-5753-D06B-9426-EDE407BA9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5D003BE-AAF4-514B-0D3D-698CE924F304}"/>
              </a:ext>
            </a:extLst>
          </p:cNvPr>
          <p:cNvGrpSpPr/>
          <p:nvPr/>
        </p:nvGrpSpPr>
        <p:grpSpPr>
          <a:xfrm>
            <a:off x="405516" y="1222782"/>
            <a:ext cx="4629290" cy="461665"/>
            <a:chOff x="405516" y="1222782"/>
            <a:chExt cx="4629290" cy="461665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949C518-40BB-3293-6A30-4B7BB3EEA8C3}"/>
                </a:ext>
              </a:extLst>
            </p:cNvPr>
            <p:cNvSpPr/>
            <p:nvPr/>
          </p:nvSpPr>
          <p:spPr>
            <a:xfrm>
              <a:off x="405516" y="1388643"/>
              <a:ext cx="129944" cy="12994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1049766-B939-B3E2-B2CE-C7C794110647}"/>
                </a:ext>
              </a:extLst>
            </p:cNvPr>
            <p:cNvSpPr txBox="1"/>
            <p:nvPr/>
          </p:nvSpPr>
          <p:spPr>
            <a:xfrm>
              <a:off x="596347" y="1222782"/>
              <a:ext cx="44384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R" sz="2400" dirty="0"/>
                <a:t>API para criação do arquivo midi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826086F-85F7-7F50-7A6E-DB6F7F2B0E89}"/>
              </a:ext>
            </a:extLst>
          </p:cNvPr>
          <p:cNvGrpSpPr/>
          <p:nvPr/>
        </p:nvGrpSpPr>
        <p:grpSpPr>
          <a:xfrm>
            <a:off x="405516" y="1757212"/>
            <a:ext cx="7252829" cy="461665"/>
            <a:chOff x="405516" y="1222782"/>
            <a:chExt cx="7252829" cy="46166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9455A85-ED4F-1AF2-75D9-44E73BDED20B}"/>
                </a:ext>
              </a:extLst>
            </p:cNvPr>
            <p:cNvSpPr/>
            <p:nvPr/>
          </p:nvSpPr>
          <p:spPr>
            <a:xfrm>
              <a:off x="405516" y="1388643"/>
              <a:ext cx="129944" cy="12994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F6D203-D37D-FB82-DAB1-B44C45E5820D}"/>
                </a:ext>
              </a:extLst>
            </p:cNvPr>
            <p:cNvSpPr txBox="1"/>
            <p:nvPr/>
          </p:nvSpPr>
          <p:spPr>
            <a:xfrm>
              <a:off x="596347" y="1222782"/>
              <a:ext cx="70619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R" sz="2400" dirty="0"/>
                <a:t>Backend processa entrada e gera arquivo de música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7CFB1EC-E5C9-1C30-5752-02F090BAD14B}"/>
              </a:ext>
            </a:extLst>
          </p:cNvPr>
          <p:cNvGrpSpPr/>
          <p:nvPr/>
        </p:nvGrpSpPr>
        <p:grpSpPr>
          <a:xfrm>
            <a:off x="405516" y="2291642"/>
            <a:ext cx="7814906" cy="461665"/>
            <a:chOff x="405516" y="1222782"/>
            <a:chExt cx="7814906" cy="461665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C7BE50-7DEB-9603-E970-E8397D160BD6}"/>
                </a:ext>
              </a:extLst>
            </p:cNvPr>
            <p:cNvSpPr/>
            <p:nvPr/>
          </p:nvSpPr>
          <p:spPr>
            <a:xfrm>
              <a:off x="405516" y="1388643"/>
              <a:ext cx="129944" cy="12994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B347236-7CB2-39AB-9BD6-0596601A8E6A}"/>
                </a:ext>
              </a:extLst>
            </p:cNvPr>
            <p:cNvSpPr txBox="1"/>
            <p:nvPr/>
          </p:nvSpPr>
          <p:spPr>
            <a:xfrm>
              <a:off x="596347" y="1222782"/>
              <a:ext cx="76240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R" sz="2400" dirty="0"/>
                <a:t>Frontend recebe entrada e habilita saídas para o usuário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5ADFF2E-768C-913A-7708-4D5AD9B2CCF4}"/>
              </a:ext>
            </a:extLst>
          </p:cNvPr>
          <p:cNvGrpSpPr/>
          <p:nvPr/>
        </p:nvGrpSpPr>
        <p:grpSpPr>
          <a:xfrm>
            <a:off x="405516" y="2826072"/>
            <a:ext cx="4665005" cy="461665"/>
            <a:chOff x="405516" y="1222782"/>
            <a:chExt cx="4665005" cy="461665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7BA95E8-D61E-7942-73A3-76F3619A21F7}"/>
                </a:ext>
              </a:extLst>
            </p:cNvPr>
            <p:cNvSpPr/>
            <p:nvPr/>
          </p:nvSpPr>
          <p:spPr>
            <a:xfrm>
              <a:off x="405516" y="1388643"/>
              <a:ext cx="129944" cy="12994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A988085-70FA-9511-B38F-5DB0E8AB439D}"/>
                </a:ext>
              </a:extLst>
            </p:cNvPr>
            <p:cNvSpPr txBox="1"/>
            <p:nvPr/>
          </p:nvSpPr>
          <p:spPr>
            <a:xfrm>
              <a:off x="596347" y="1222782"/>
              <a:ext cx="44741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R" sz="2400" dirty="0"/>
                <a:t>Usuário acessa uma página web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6E1C826-84F4-80AC-92E6-55BD846B1B27}"/>
              </a:ext>
            </a:extLst>
          </p:cNvPr>
          <p:cNvGrpSpPr/>
          <p:nvPr/>
        </p:nvGrpSpPr>
        <p:grpSpPr>
          <a:xfrm>
            <a:off x="405516" y="3360502"/>
            <a:ext cx="6501982" cy="461665"/>
            <a:chOff x="405516" y="1222782"/>
            <a:chExt cx="6501982" cy="461665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4C0A1E8-142C-1C6D-1415-7660953AD4D7}"/>
                </a:ext>
              </a:extLst>
            </p:cNvPr>
            <p:cNvSpPr/>
            <p:nvPr/>
          </p:nvSpPr>
          <p:spPr>
            <a:xfrm>
              <a:off x="405516" y="1388643"/>
              <a:ext cx="129944" cy="12994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FA2643C-72F2-7BED-2665-E9DF4B4303CD}"/>
                </a:ext>
              </a:extLst>
            </p:cNvPr>
            <p:cNvSpPr txBox="1"/>
            <p:nvPr/>
          </p:nvSpPr>
          <p:spPr>
            <a:xfrm>
              <a:off x="596347" y="1222782"/>
              <a:ext cx="63111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R" sz="2400" dirty="0"/>
                <a:t>Sistema deve aceitar arquivo txt como entrada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ADC204A-9582-93E7-D63D-3058553EE8EE}"/>
              </a:ext>
            </a:extLst>
          </p:cNvPr>
          <p:cNvGrpSpPr/>
          <p:nvPr/>
        </p:nvGrpSpPr>
        <p:grpSpPr>
          <a:xfrm>
            <a:off x="405516" y="3894930"/>
            <a:ext cx="3832534" cy="461665"/>
            <a:chOff x="405516" y="1222782"/>
            <a:chExt cx="3832534" cy="4616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7A8C6E1-C7A3-0D5A-BED7-FD837E7F718A}"/>
                </a:ext>
              </a:extLst>
            </p:cNvPr>
            <p:cNvSpPr/>
            <p:nvPr/>
          </p:nvSpPr>
          <p:spPr>
            <a:xfrm>
              <a:off x="405516" y="1388643"/>
              <a:ext cx="129944" cy="12994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FA113E4-EA2F-0471-CE0A-50AFA5ABD96D}"/>
                </a:ext>
              </a:extLst>
            </p:cNvPr>
            <p:cNvSpPr txBox="1"/>
            <p:nvPr/>
          </p:nvSpPr>
          <p:spPr>
            <a:xfrm>
              <a:off x="596347" y="1222782"/>
              <a:ext cx="36417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R" sz="2400" dirty="0"/>
                <a:t>Download do arquivo midi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1159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021B9-424E-F78A-7079-9F8582AD1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5C3D4A-2093-51ED-87E6-1E467691D943}"/>
              </a:ext>
            </a:extLst>
          </p:cNvPr>
          <p:cNvSpPr txBox="1"/>
          <p:nvPr/>
        </p:nvSpPr>
        <p:spPr>
          <a:xfrm>
            <a:off x="723568" y="89517"/>
            <a:ext cx="43420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Arquitetura Geral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A24EEB5-FEF9-3A15-635E-F0FF57DBE89D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473F8C-E89E-3CE7-AA8C-FAD223926F24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069B60A-41F4-F210-28EF-B5A2DD18E887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03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948E6910-3B46-C08C-4693-8A40D59E3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AA6CBED1-A16B-96D7-AC4D-B68500D72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  <p:pic>
        <p:nvPicPr>
          <p:cNvPr id="3" name="Graphic 2" descr="Ui Ux with solid fill">
            <a:extLst>
              <a:ext uri="{FF2B5EF4-FFF2-40B4-BE49-F238E27FC236}">
                <a16:creationId xmlns:a16="http://schemas.microsoft.com/office/drawing/2014/main" id="{F961945B-220B-BDE7-3D7A-3B495EED17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63999" y="2384652"/>
            <a:ext cx="1326444" cy="1326444"/>
          </a:xfrm>
          <a:prstGeom prst="rect">
            <a:avLst/>
          </a:prstGeom>
        </p:spPr>
      </p:pic>
      <p:pic>
        <p:nvPicPr>
          <p:cNvPr id="7" name="Graphic 6" descr="User with solid fill">
            <a:extLst>
              <a:ext uri="{FF2B5EF4-FFF2-40B4-BE49-F238E27FC236}">
                <a16:creationId xmlns:a16="http://schemas.microsoft.com/office/drawing/2014/main" id="{ED1E9C2E-7621-0816-F469-F013D53DC4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6457" y="2062729"/>
            <a:ext cx="1749841" cy="1749841"/>
          </a:xfrm>
          <a:prstGeom prst="rect">
            <a:avLst/>
          </a:prstGeom>
        </p:spPr>
      </p:pic>
      <p:pic>
        <p:nvPicPr>
          <p:cNvPr id="10" name="Graphic 9" descr="Server with solid fill">
            <a:extLst>
              <a:ext uri="{FF2B5EF4-FFF2-40B4-BE49-F238E27FC236}">
                <a16:creationId xmlns:a16="http://schemas.microsoft.com/office/drawing/2014/main" id="{38C3AAEC-E229-C146-527F-A0C4AF358F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07114" y="2452385"/>
            <a:ext cx="1190978" cy="1190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748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2013E-5508-C0E1-A641-43CEA494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781BB6-2822-4E7B-F7F6-CA957F3558DE}"/>
              </a:ext>
            </a:extLst>
          </p:cNvPr>
          <p:cNvSpPr txBox="1"/>
          <p:nvPr/>
        </p:nvSpPr>
        <p:spPr>
          <a:xfrm>
            <a:off x="723568" y="89517"/>
            <a:ext cx="55981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Tecnologias Utilizadas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CE62D1-6E22-B56F-9349-F294D0DAE857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75C2D6-9B7A-7AF3-85B9-F556C59EB28A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8473081-5E98-CDF1-6DFC-00458A65DDEC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04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2EFBB0FE-3EE8-3FAD-658C-5F385BB5E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C545AF83-200A-F343-A616-1AD513B68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39275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27F3-44F7-3FC5-3F8F-C67F826E3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3D7514-C5F8-25E6-651E-6687F0D00714}"/>
              </a:ext>
            </a:extLst>
          </p:cNvPr>
          <p:cNvSpPr txBox="1"/>
          <p:nvPr/>
        </p:nvSpPr>
        <p:spPr>
          <a:xfrm>
            <a:off x="723568" y="89517"/>
            <a:ext cx="49728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Backend - Estrutura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F2CF2C-A319-3B1D-A6BE-5110525425EB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C0A31B-EE0C-8CAA-870B-4642E16D5659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DBEA792-5471-802E-55AE-BDCBB9C04495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05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BFB98148-DD12-A1D7-BE4D-AA0F32327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C83DE3D1-A2B5-1A82-A389-77468C822D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02768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43772-28D5-EA94-96C4-263DDEC35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29EC58-3075-31C1-5078-8F56C33EB6CF}"/>
              </a:ext>
            </a:extLst>
          </p:cNvPr>
          <p:cNvSpPr txBox="1"/>
          <p:nvPr/>
        </p:nvSpPr>
        <p:spPr>
          <a:xfrm>
            <a:off x="723568" y="89517"/>
            <a:ext cx="96353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Frontend – Interface e Funcionalidades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258DD1F-2F49-0D77-B9FA-319A95C2685E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47EE22C-39F6-1E97-721F-0A4A6FFACC28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6B00B3D-7F16-317A-F9D7-C9D46EF12D58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06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6B508FBF-5507-404A-C2D8-5ECE26CB9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DE301CA1-B463-E5AD-4058-F540937F0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464165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A056F-3D5A-8A95-47A7-F245632E6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5716A9-3711-339A-06CE-723D54D2E821}"/>
              </a:ext>
            </a:extLst>
          </p:cNvPr>
          <p:cNvSpPr txBox="1"/>
          <p:nvPr/>
        </p:nvSpPr>
        <p:spPr>
          <a:xfrm>
            <a:off x="723568" y="89517"/>
            <a:ext cx="93260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Frontend – Integração com o Backend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8925AE0-C04E-DB25-1097-D8700F28A237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991DF9-9015-BA7D-3488-094C2CF32654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ADB336E-E725-3472-DD81-608BC5BC482D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07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A371AFB8-84E0-7802-DF9B-F1EF44B0A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7D75F4C8-D513-F59E-2D6B-9187ACB14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38521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3781-823F-8CF1-CF2C-927BA52BC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8AAF5A-3E88-B17A-7F7F-8EBB9ED3277C}"/>
              </a:ext>
            </a:extLst>
          </p:cNvPr>
          <p:cNvSpPr txBox="1"/>
          <p:nvPr/>
        </p:nvSpPr>
        <p:spPr>
          <a:xfrm>
            <a:off x="723568" y="89517"/>
            <a:ext cx="57000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Testes Implementados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BFD39A0-FE41-60C5-88AC-B251E19FBC3D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22D39E-7BEE-6FA8-EF4E-2FB8C03E72D7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12084F-6E28-7CEF-233F-291CC450093B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08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69919A12-85F7-F83F-409F-6A81F56B19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24C50880-E7B5-DAE1-F60C-694BB5601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07677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4F078-D25D-7844-4BB1-D1B9AD410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F18C16-AD88-29F6-320E-019AFE56DAAA}"/>
              </a:ext>
            </a:extLst>
          </p:cNvPr>
          <p:cNvSpPr txBox="1"/>
          <p:nvPr/>
        </p:nvSpPr>
        <p:spPr>
          <a:xfrm>
            <a:off x="723568" y="89517"/>
            <a:ext cx="51299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Desafios e Soluções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AE6FE6D-486A-098F-B84C-21AABA23F2D3}"/>
              </a:ext>
            </a:extLst>
          </p:cNvPr>
          <p:cNvSpPr/>
          <p:nvPr/>
        </p:nvSpPr>
        <p:spPr>
          <a:xfrm>
            <a:off x="405516" y="378823"/>
            <a:ext cx="190831" cy="19083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36023F1-D1B1-CB79-6D0A-71BFC2B4D7AC}"/>
              </a:ext>
            </a:extLst>
          </p:cNvPr>
          <p:cNvCxnSpPr>
            <a:cxnSpLocks/>
          </p:cNvCxnSpPr>
          <p:nvPr/>
        </p:nvCxnSpPr>
        <p:spPr>
          <a:xfrm>
            <a:off x="405516" y="858958"/>
            <a:ext cx="11521441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/>
                </a:gs>
                <a:gs pos="39000">
                  <a:schemeClr val="accent1">
                    <a:alpha val="56032"/>
                  </a:schemeClr>
                </a:gs>
                <a:gs pos="84000">
                  <a:schemeClr val="bg1"/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0761A21-3D5E-E3B2-465F-170FF29B1F5E}"/>
              </a:ext>
            </a:extLst>
          </p:cNvPr>
          <p:cNvSpPr txBox="1"/>
          <p:nvPr/>
        </p:nvSpPr>
        <p:spPr>
          <a:xfrm>
            <a:off x="11074734" y="89516"/>
            <a:ext cx="7873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R" sz="4400" dirty="0">
                <a:solidFill>
                  <a:schemeClr val="accent1"/>
                </a:solidFill>
              </a:rPr>
              <a:t>09</a:t>
            </a:r>
          </a:p>
        </p:txBody>
      </p:sp>
      <p:pic>
        <p:nvPicPr>
          <p:cNvPr id="1026" name="Picture 2" descr="21° Salão de Ensino UFRGS 2025">
            <a:extLst>
              <a:ext uri="{FF2B5EF4-FFF2-40B4-BE49-F238E27FC236}">
                <a16:creationId xmlns:a16="http://schemas.microsoft.com/office/drawing/2014/main" id="{4499D23F-A59F-2949-5EC0-38E2C9D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734" y="5999042"/>
            <a:ext cx="949411" cy="724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rcas do Instituto de Informática">
            <a:extLst>
              <a:ext uri="{FF2B5EF4-FFF2-40B4-BE49-F238E27FC236}">
                <a16:creationId xmlns:a16="http://schemas.microsoft.com/office/drawing/2014/main" id="{26D525E8-6426-191E-FD74-2E7EDC2BA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967" y="6057736"/>
            <a:ext cx="1180758" cy="7362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2849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83</Words>
  <Application>Microsoft Macintosh PowerPoint</Application>
  <PresentationFormat>Widescreen</PresentationFormat>
  <Paragraphs>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Trabalho Prático TCP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MACHADO SILVA</dc:creator>
  <cp:lastModifiedBy>Gustavo Machado Silva</cp:lastModifiedBy>
  <cp:revision>3</cp:revision>
  <dcterms:created xsi:type="dcterms:W3CDTF">2025-11-15T18:58:17Z</dcterms:created>
  <dcterms:modified xsi:type="dcterms:W3CDTF">2025-11-25T01:37:03Z</dcterms:modified>
</cp:coreProperties>
</file>